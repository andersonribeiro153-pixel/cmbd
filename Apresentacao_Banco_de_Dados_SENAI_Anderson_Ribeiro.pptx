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-55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869680" y="0"/>
            <a:ext cx="3319272" cy="6858000"/>
          </a:xfrm>
          <a:prstGeom prst="rect">
            <a:avLst/>
          </a:prstGeom>
          <a:solidFill>
            <a:srgbClr val="0F3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869680" y="5394960"/>
            <a:ext cx="3319272" cy="1463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777240"/>
            <a:ext cx="7498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0C0"/>
                </a:solidFill>
                <a:latin typeface="Aptos Display"/>
              </a:defRPr>
            </a:pPr>
            <a:r>
              <a:t>SENAI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7498079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3159"/>
                </a:solidFill>
                <a:latin typeface="Aptos Display"/>
              </a:defRPr>
            </a:pPr>
            <a:r>
              <a:t>RELATÓRIO</a:t>
            </a:r>
          </a:p>
          <a:p>
            <a:pPr>
              <a:spcBef>
                <a:spcPts val="1000"/>
              </a:spcBef>
              <a:defRPr sz="2700" b="1">
                <a:solidFill>
                  <a:srgbClr val="28323C"/>
                </a:solidFill>
                <a:latin typeface="Aptos Display"/>
              </a:defRPr>
            </a:pPr>
            <a:r>
              <a:t>LÓGICA DE PROGRAMAÇÃO</a:t>
            </a:r>
            <a:br/>
            <a:r>
              <a:t>E BANCO DE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4709160"/>
            <a:ext cx="74980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8323C"/>
                </a:solidFill>
              </a:defRPr>
            </a:pPr>
            <a:r>
              <a:t>Professor: Lucas de Matos</a:t>
            </a:r>
          </a:p>
          <a:p>
            <a:pPr>
              <a:defRPr sz="1700">
                <a:solidFill>
                  <a:srgbClr val="28323C"/>
                </a:solidFill>
              </a:defRPr>
            </a:pPr>
            <a:r>
              <a:t>Aluno: Anderson Ribeiro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89720" y="1965960"/>
            <a:ext cx="2560320" cy="228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DADOS</a:t>
            </a:r>
            <a:br/>
            <a:r>
              <a:t>ORGANIZADOS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Tabelas</a:t>
            </a:r>
            <a:br/>
            <a:r>
              <a:t>• Procedures</a:t>
            </a:r>
            <a:br/>
            <a:r>
              <a:t>• Views</a:t>
            </a:r>
            <a:br/>
            <a:r>
              <a:t>• Triggers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3159"/>
                </a:solidFill>
                <a:latin typeface="Aptos Display"/>
              </a:defRPr>
            </a:pPr>
            <a:r>
              <a:t>1. Apresentação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ptos"/>
              </a:defRPr>
            </a:pPr>
            <a:r>
              <a:t>SENAI • Relatório de Lógica de Programação e Banco de Dados                            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300">
                <a:solidFill>
                  <a:srgbClr val="28323C"/>
                </a:solidFill>
                <a:latin typeface="Aptos"/>
              </a:defRPr>
            </a:pPr>
            <a:r>
              <a:t>O relatório explica como o banco de dados organiza, armazena e protege as informações.</a:t>
            </a:r>
          </a:p>
          <a:p>
            <a:pPr>
              <a:spcAft>
                <a:spcPts val="1600"/>
              </a:spcAft>
              <a:defRPr sz="2300">
                <a:solidFill>
                  <a:srgbClr val="28323C"/>
                </a:solidFill>
                <a:latin typeface="Aptos"/>
              </a:defRPr>
            </a:pPr>
            <a:r>
              <a:t>Também apresenta as principais estruturas utilizadas no sistema.</a:t>
            </a:r>
          </a:p>
          <a:p>
            <a:pPr>
              <a:spcAft>
                <a:spcPts val="1600"/>
              </a:spcAft>
              <a:defRPr sz="2300">
                <a:solidFill>
                  <a:srgbClr val="28323C"/>
                </a:solidFill>
                <a:latin typeface="Aptos"/>
              </a:defRPr>
            </a:pPr>
            <a:r>
              <a:t>O objetivo é mostrar como os dados são consultados, atualizados e mantidos de forma organizada.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3159"/>
                </a:solidFill>
                <a:latin typeface="Aptos Display"/>
              </a:defRPr>
            </a:pPr>
            <a:r>
              <a:t>2. Tipo de banco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ptos"/>
              </a:defRPr>
            </a:pPr>
            <a:r>
              <a:t>SENAI • Relatório de Lógica de Programação e Banco de Dados                                     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3474720"/>
          </a:xfrm>
          <a:prstGeom prst="roundRect">
            <a:avLst/>
          </a:prstGeom>
          <a:solidFill>
            <a:srgbClr val="E8F2FA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46304" rIns="182880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0F3159"/>
                </a:solidFill>
                <a:latin typeface="Aptos Display"/>
              </a:defRPr>
            </a:pPr>
            <a:r>
              <a:t>Banco de Dados Relacional</a:t>
            </a:r>
          </a:p>
          <a:p>
            <a:pPr>
              <a:defRPr sz="1400">
                <a:solidFill>
                  <a:srgbClr val="28323C"/>
                </a:solidFill>
                <a:latin typeface="Aptos"/>
              </a:defRPr>
            </a:pPr>
            <a:r>
              <a:t>Organiza as informações em tabelas com linhas e colunas. Utiliza SQL para consultar e alterar os dados.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08760"/>
            <a:ext cx="5212080" cy="3474720"/>
          </a:xfrm>
          <a:prstGeom prst="roundRect">
            <a:avLst/>
          </a:prstGeom>
          <a:solidFill>
            <a:srgbClr val="F5F8FB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46304" rIns="182880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0F3159"/>
                </a:solidFill>
                <a:latin typeface="Aptos Display"/>
              </a:defRPr>
            </a:pPr>
            <a:r>
              <a:t>Por que escolhemos?</a:t>
            </a:r>
          </a:p>
          <a:p>
            <a:pPr>
              <a:defRPr sz="1400">
                <a:solidFill>
                  <a:srgbClr val="28323C"/>
                </a:solidFill>
                <a:latin typeface="Aptos"/>
              </a:defRPr>
            </a:pPr>
            <a:r>
              <a:t>É fácil de organizar, permite relacionar tabelas, reduz erros e ajuda a manter a segurança e a consistência das informações.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49240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70C0"/>
                </a:solidFill>
              </a:defRPr>
            </a:pPr>
            <a:r>
              <a:t>Exemplos de tabelas: Usuários, Clientes, Produtos, Pedidos e Auditoria.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3159"/>
                </a:solidFill>
                <a:latin typeface="Aptos Display"/>
              </a:defRPr>
            </a:pPr>
            <a:r>
              <a:t>3. Tabelas e dados armazenados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ptos"/>
              </a:defRPr>
            </a:pPr>
            <a:r>
              <a:t>SENAI • Relatório de Lógica de Programação e Banco de Dados                            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28323C"/>
                </a:solidFill>
                <a:latin typeface="Aptos"/>
              </a:defRPr>
            </a:pPr>
            <a:r>
              <a:t>Usuários: identificação, e-mail, senha protegida e perfil de acesso.</a:t>
            </a:r>
          </a:p>
          <a:p>
            <a:pPr>
              <a:spcAft>
                <a:spcPts val="1600"/>
              </a:spcAft>
              <a:defRPr sz="1900">
                <a:solidFill>
                  <a:srgbClr val="28323C"/>
                </a:solidFill>
                <a:latin typeface="Aptos"/>
              </a:defRPr>
            </a:pPr>
            <a:r>
              <a:t>Clientes: nome, documentos, endereço e contatos.</a:t>
            </a:r>
          </a:p>
          <a:p>
            <a:pPr>
              <a:spcAft>
                <a:spcPts val="1600"/>
              </a:spcAft>
              <a:defRPr sz="1900">
                <a:solidFill>
                  <a:srgbClr val="28323C"/>
                </a:solidFill>
                <a:latin typeface="Aptos"/>
              </a:defRPr>
            </a:pPr>
            <a:r>
              <a:t>Produtos: descrição, preço e quantidade em estoque.</a:t>
            </a:r>
          </a:p>
          <a:p>
            <a:pPr>
              <a:spcAft>
                <a:spcPts val="1600"/>
              </a:spcAft>
              <a:defRPr sz="1900">
                <a:solidFill>
                  <a:srgbClr val="28323C"/>
                </a:solidFill>
                <a:latin typeface="Aptos"/>
              </a:defRPr>
            </a:pPr>
            <a:r>
              <a:t>Pedidos e Itens_Pedido: compras realizadas, produtos, quantidades e valores.</a:t>
            </a:r>
          </a:p>
          <a:p>
            <a:pPr>
              <a:spcAft>
                <a:spcPts val="1600"/>
              </a:spcAft>
              <a:defRPr sz="1900">
                <a:solidFill>
                  <a:srgbClr val="28323C"/>
                </a:solidFill>
                <a:latin typeface="Aptos"/>
              </a:defRPr>
            </a:pPr>
            <a:r>
              <a:t>Estoque_Movimentacao e Auditoria: entradas, saídas e histórico de alterações.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3159"/>
                </a:solidFill>
                <a:latin typeface="Aptos Display"/>
              </a:defRPr>
            </a:pPr>
            <a:r>
              <a:t>4. Procedimentos armazenados (Stored Procedures)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ptos"/>
              </a:defRPr>
            </a:pPr>
            <a:r>
              <a:t>SENAI • Relatório de Lógica de Programação e Banco de Dados                            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28323C"/>
                </a:solidFill>
                <a:latin typeface="Aptos"/>
              </a:defRPr>
            </a:pPr>
            <a:r>
              <a:t>São conjuntos de comandos SQL salvos no banco e executados quando necessário.</a:t>
            </a:r>
          </a:p>
          <a:p>
            <a:pPr>
              <a:spcAft>
                <a:spcPts val="1600"/>
              </a:spcAft>
              <a:defRPr sz="1800">
                <a:solidFill>
                  <a:srgbClr val="28323C"/>
                </a:solidFill>
                <a:latin typeface="Aptos"/>
              </a:defRPr>
            </a:pPr>
            <a:r>
              <a:t>sp_CadastrarCliente: registra novos clientes e verifica duplicidades.</a:t>
            </a:r>
          </a:p>
          <a:p>
            <a:pPr>
              <a:spcAft>
                <a:spcPts val="1600"/>
              </a:spcAft>
              <a:defRPr sz="1800">
                <a:solidFill>
                  <a:srgbClr val="28323C"/>
                </a:solidFill>
                <a:latin typeface="Aptos"/>
              </a:defRPr>
            </a:pPr>
            <a:r>
              <a:t>sp_ProcessarPedido: verifica o estoque e registra o pedido.</a:t>
            </a:r>
          </a:p>
          <a:p>
            <a:pPr>
              <a:spcAft>
                <a:spcPts val="1600"/>
              </a:spcAft>
              <a:defRPr sz="1800">
                <a:solidFill>
                  <a:srgbClr val="28323C"/>
                </a:solidFill>
                <a:latin typeface="Aptos"/>
              </a:defRPr>
            </a:pPr>
            <a:r>
              <a:t>sp_AtualizarEstoque: registra entradas e saídas de produtos.</a:t>
            </a:r>
          </a:p>
          <a:p>
            <a:pPr>
              <a:spcAft>
                <a:spcPts val="1600"/>
              </a:spcAft>
              <a:defRPr sz="1800">
                <a:solidFill>
                  <a:srgbClr val="28323C"/>
                </a:solidFill>
                <a:latin typeface="Aptos"/>
              </a:defRPr>
            </a:pPr>
            <a:r>
              <a:t>sp_GerarRelatorioVendas: reúne dados para relatórios de vendas.</a:t>
            </a:r>
          </a:p>
          <a:p>
            <a:pPr>
              <a:spcAft>
                <a:spcPts val="1600"/>
              </a:spcAft>
              <a:defRPr sz="1800">
                <a:solidFill>
                  <a:srgbClr val="28323C"/>
                </a:solidFill>
                <a:latin typeface="Aptos"/>
              </a:defRPr>
            </a:pPr>
            <a:r>
              <a:t>Esses procedimentos ajudam a padronizar tarefas e reduzir erros.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3159"/>
                </a:solidFill>
                <a:latin typeface="Aptos Display"/>
              </a:defRPr>
            </a:pPr>
            <a:r>
              <a:t>5. Views (visões)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ptos"/>
              </a:defRPr>
            </a:pPr>
            <a:r>
              <a:t>SENAI • Relatório de Lógica de Programação e Banco de Dados                              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28323C"/>
                </a:solidFill>
                <a:latin typeface="Aptos"/>
              </a:defRPr>
            </a:pPr>
            <a:r>
              <a:t>Views são consultas salvas que mostram informações de uma ou mais tabelas.</a:t>
            </a:r>
          </a:p>
          <a:p>
            <a:pPr>
              <a:spcAft>
                <a:spcPts val="1600"/>
              </a:spcAft>
              <a:defRPr sz="1900">
                <a:solidFill>
                  <a:srgbClr val="28323C"/>
                </a:solidFill>
                <a:latin typeface="Aptos"/>
              </a:defRPr>
            </a:pPr>
            <a:r>
              <a:t>vw_PedidosDetalhados: reúne dados dos pedidos, clientes e produtos.</a:t>
            </a:r>
          </a:p>
          <a:p>
            <a:pPr>
              <a:spcAft>
                <a:spcPts val="1600"/>
              </a:spcAft>
              <a:defRPr sz="1900">
                <a:solidFill>
                  <a:srgbClr val="28323C"/>
                </a:solidFill>
                <a:latin typeface="Aptos"/>
              </a:defRPr>
            </a:pPr>
            <a:r>
              <a:t>vw_EstoqueDisponivel: mostra quantidades disponíveis e itens abaixo do mínimo.</a:t>
            </a:r>
          </a:p>
          <a:p>
            <a:pPr>
              <a:spcAft>
                <a:spcPts val="1600"/>
              </a:spcAft>
              <a:defRPr sz="1900">
                <a:solidFill>
                  <a:srgbClr val="28323C"/>
                </a:solidFill>
                <a:latin typeface="Aptos"/>
              </a:defRPr>
            </a:pPr>
            <a:r>
              <a:t>vw_HistoricoMovimentacoes: apresenta entradas e saídas do estoque.</a:t>
            </a:r>
          </a:p>
          <a:p>
            <a:pPr>
              <a:spcAft>
                <a:spcPts val="1600"/>
              </a:spcAft>
              <a:defRPr sz="1900">
                <a:solidFill>
                  <a:srgbClr val="28323C"/>
                </a:solidFill>
                <a:latin typeface="Aptos"/>
              </a:defRPr>
            </a:pPr>
            <a:r>
              <a:t>As views simplificam consultas e ajudam a controlar quais informações são exibidas.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3159"/>
                </a:solidFill>
                <a:latin typeface="Aptos Display"/>
              </a:defRPr>
            </a:pPr>
            <a:r>
              <a:t>6. Gatilhos (Triggers)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ptos"/>
              </a:defRPr>
            </a:pPr>
            <a:r>
              <a:t>SENAI • Relatório de Lógica de Programação e Banco de Dados                                   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28323C"/>
                </a:solidFill>
                <a:latin typeface="Aptos"/>
              </a:defRPr>
            </a:pPr>
            <a:r>
              <a:t>Gatilhos são comandos que executam automaticamente quando dados são inseridos, alterados ou excluídos.</a:t>
            </a:r>
          </a:p>
          <a:p>
            <a:pPr>
              <a:spcAft>
                <a:spcPts val="1600"/>
              </a:spcAft>
              <a:defRPr sz="1800">
                <a:solidFill>
                  <a:srgbClr val="28323C"/>
                </a:solidFill>
                <a:latin typeface="Aptos"/>
              </a:defRPr>
            </a:pPr>
            <a:r>
              <a:t>tr_LogAlteracaoClientes: registra mudanças feitas nos dados dos clientes.</a:t>
            </a:r>
          </a:p>
          <a:p>
            <a:pPr>
              <a:spcAft>
                <a:spcPts val="1600"/>
              </a:spcAft>
              <a:defRPr sz="1800">
                <a:solidFill>
                  <a:srgbClr val="28323C"/>
                </a:solidFill>
                <a:latin typeface="Aptos"/>
              </a:defRPr>
            </a:pPr>
            <a:r>
              <a:t>tr_AtualizarEstoqueAoRegistrarItem: ajusta o estoque quando itens são incluídos ou removidos.</a:t>
            </a:r>
          </a:p>
          <a:p>
            <a:pPr>
              <a:spcAft>
                <a:spcPts val="1600"/>
              </a:spcAft>
              <a:defRPr sz="1800">
                <a:solidFill>
                  <a:srgbClr val="28323C"/>
                </a:solidFill>
                <a:latin typeface="Aptos"/>
              </a:defRPr>
            </a:pPr>
            <a:r>
              <a:t>tr_ImpedirExclusaoPedidoFechado: protege pedidos confirmados ou pagos.</a:t>
            </a:r>
          </a:p>
          <a:p>
            <a:pPr>
              <a:spcAft>
                <a:spcPts val="1600"/>
              </a:spcAft>
              <a:defRPr sz="1800">
                <a:solidFill>
                  <a:srgbClr val="28323C"/>
                </a:solidFill>
                <a:latin typeface="Aptos"/>
              </a:defRPr>
            </a:pPr>
            <a:r>
              <a:t>Os gatilhos reforçam a integridade e automatizam tarefas importantes.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3159"/>
                </a:solidFill>
                <a:latin typeface="Aptos Display"/>
              </a:defRPr>
            </a:pPr>
            <a:r>
              <a:t>7. Segurança e confiabilidade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ptos"/>
              </a:defRPr>
            </a:pPr>
            <a:r>
              <a:t>SENAI • Relatório de Lógica de Programação e Banco de Dados                                     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474720" cy="1828800"/>
          </a:xfrm>
          <a:prstGeom prst="roundRect">
            <a:avLst/>
          </a:prstGeom>
          <a:solidFill>
            <a:srgbClr val="E8F2FA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46304" rIns="182880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0F3159"/>
                </a:solidFill>
                <a:latin typeface="Aptos Display"/>
              </a:defRPr>
            </a:pPr>
            <a:r>
              <a:t>Integridade</a:t>
            </a:r>
          </a:p>
          <a:p>
            <a:pPr>
              <a:defRPr sz="1400">
                <a:solidFill>
                  <a:srgbClr val="28323C"/>
                </a:solidFill>
                <a:latin typeface="Aptos"/>
              </a:defRPr>
            </a:pPr>
            <a:r>
              <a:t>Reduz dados duplicados ou incorretos.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474720" cy="1828800"/>
          </a:xfrm>
          <a:prstGeom prst="roundRect">
            <a:avLst/>
          </a:prstGeom>
          <a:solidFill>
            <a:srgbClr val="E8F2FA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46304" rIns="182880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0F3159"/>
                </a:solidFill>
                <a:latin typeface="Aptos Display"/>
              </a:defRPr>
            </a:pPr>
            <a:r>
              <a:t>Segurança</a:t>
            </a:r>
          </a:p>
          <a:p>
            <a:pPr>
              <a:defRPr sz="1400">
                <a:solidFill>
                  <a:srgbClr val="28323C"/>
                </a:solidFill>
                <a:latin typeface="Aptos"/>
              </a:defRPr>
            </a:pPr>
            <a:r>
              <a:t>Ajuda a controlar o acesso às informações.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17320"/>
            <a:ext cx="3474720" cy="1828800"/>
          </a:xfrm>
          <a:prstGeom prst="roundRect">
            <a:avLst/>
          </a:prstGeom>
          <a:solidFill>
            <a:srgbClr val="E8F2FA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46304" rIns="182880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0F3159"/>
                </a:solidFill>
                <a:latin typeface="Aptos Display"/>
              </a:defRPr>
            </a:pPr>
            <a:r>
              <a:t>Auditoria</a:t>
            </a:r>
          </a:p>
          <a:p>
            <a:pPr>
              <a:defRPr sz="1400">
                <a:solidFill>
                  <a:srgbClr val="28323C"/>
                </a:solidFill>
                <a:latin typeface="Aptos"/>
              </a:defRPr>
            </a:pPr>
            <a:r>
              <a:t>Permite acompanhar alterações importantes.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3657600"/>
            <a:ext cx="3474720" cy="1645920"/>
          </a:xfrm>
          <a:prstGeom prst="roundRect">
            <a:avLst/>
          </a:prstGeom>
          <a:solidFill>
            <a:srgbClr val="E8F2FA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46304" rIns="182880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0F3159"/>
                </a:solidFill>
                <a:latin typeface="Aptos Display"/>
              </a:defRPr>
            </a:pPr>
            <a:r>
              <a:t>Recuperação</a:t>
            </a:r>
          </a:p>
          <a:p>
            <a:pPr>
              <a:defRPr sz="1400">
                <a:solidFill>
                  <a:srgbClr val="28323C"/>
                </a:solidFill>
                <a:latin typeface="Aptos"/>
              </a:defRPr>
            </a:pPr>
            <a:r>
              <a:t>Ajuda a recuperar dados em caso de falhas.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657600"/>
            <a:ext cx="3474720" cy="1645920"/>
          </a:xfrm>
          <a:prstGeom prst="roundRect">
            <a:avLst/>
          </a:prstGeom>
          <a:solidFill>
            <a:srgbClr val="E8F2FA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46304" rIns="182880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0F3159"/>
                </a:solidFill>
                <a:latin typeface="Aptos Display"/>
              </a:defRPr>
            </a:pPr>
            <a:r>
              <a:t>Crescimento</a:t>
            </a:r>
          </a:p>
          <a:p>
            <a:pPr>
              <a:defRPr sz="1400">
                <a:solidFill>
                  <a:srgbClr val="28323C"/>
                </a:solidFill>
                <a:latin typeface="Aptos"/>
              </a:defRPr>
            </a:pPr>
            <a:r>
              <a:t>Permite adicionar novas tabelas e recursos.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3159"/>
                </a:solidFill>
                <a:latin typeface="Aptos Display"/>
              </a:defRPr>
            </a:pPr>
            <a:r>
              <a:t>8. Conclusão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ptos"/>
              </a:defRPr>
            </a:pPr>
            <a:r>
              <a:t>SENAI • Relatório de Lógica de Programação e Banco de Dados                                    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8323C"/>
                </a:solidFill>
                <a:latin typeface="Aptos"/>
              </a:defRPr>
            </a:pPr>
            <a:r>
              <a:t>O banco de dados relacional organiza as informações em tabelas.</a:t>
            </a:r>
          </a:p>
          <a:p>
            <a:pPr>
              <a:spcAft>
                <a:spcPts val="1600"/>
              </a:spcAft>
              <a:defRPr sz="2200">
                <a:solidFill>
                  <a:srgbClr val="28323C"/>
                </a:solidFill>
                <a:latin typeface="Aptos"/>
              </a:defRPr>
            </a:pPr>
            <a:r>
              <a:t>Procedimentos armazenados executam operações, views facilitam consultas e triggers automatizam ações.</a:t>
            </a:r>
          </a:p>
          <a:p>
            <a:pPr>
              <a:spcAft>
                <a:spcPts val="1600"/>
              </a:spcAft>
              <a:defRPr sz="2200">
                <a:solidFill>
                  <a:srgbClr val="28323C"/>
                </a:solidFill>
                <a:latin typeface="Aptos"/>
              </a:defRPr>
            </a:pPr>
            <a:r>
              <a:t>Esses recursos contribuem para a organização, segurança e manutenção dos dados.</a:t>
            </a:r>
          </a:p>
          <a:p>
            <a:pPr>
              <a:spcAft>
                <a:spcPts val="1600"/>
              </a:spcAft>
              <a:defRPr sz="2200">
                <a:solidFill>
                  <a:srgbClr val="28323C"/>
                </a:solidFill>
                <a:latin typeface="Aptos"/>
              </a:defRPr>
            </a:pPr>
            <a:r>
              <a:t>A estrutura pode evoluir conforme as necessidades do sistema.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70C0"/>
                </a:solidFill>
                <a:latin typeface="Aptos Display"/>
              </a:defRPr>
            </a:pPr>
            <a:r>
              <a:t>Obrigado pela atenção!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582</Words>
  <Application>Microsoft Macintosh PowerPoint</Application>
  <PresentationFormat>Personalizar</PresentationFormat>
  <Paragraphs>67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0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Aluno</dc:creator>
  <dc:description>generated using python-pptx</dc:description>
  <cp:lastModifiedBy>Aluno</cp:lastModifiedBy>
  <cp:revision>1</cp:revision>
  <dcterms:created xsi:type="dcterms:W3CDTF">2013-01-27T09:14:16Z</dcterms:created>
  <dcterms:modified xsi:type="dcterms:W3CDTF">2026-10-15T17:48:40Z</dcterms:modified>
</cp:coreProperties>
</file>